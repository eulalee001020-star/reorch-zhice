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fa4ded3994405a" /><Relationship Type="http://schemas.openxmlformats.org/officeDocument/2006/relationships/extended-properties" Target="/docProps/app.xml" Id="Rf24322ac48c24edb" /><Relationship Type="http://schemas.openxmlformats.org/officeDocument/2006/relationships/officeDocument" Target="/ppt/presentation.xml" Id="Re47a98b44b3b4b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db306a0eb0438d"/>
  </p:sldMasterIdLst>
  <p:notesMasterIdLst>
    <p:notesMasterId xmlns:r="http://schemas.openxmlformats.org/officeDocument/2006/relationships" r:id="Rf031833d24b74a29"/>
  </p:notesMasterIdLst>
  <p:sldIdLst>
    <p:sldId xmlns:r="http://schemas.openxmlformats.org/officeDocument/2006/relationships" id="256" r:id="R075453b128d64eae"/>
    <p:sldId xmlns:r="http://schemas.openxmlformats.org/officeDocument/2006/relationships" id="257" r:id="R532b79a844af4b0e"/>
    <p:sldId xmlns:r="http://schemas.openxmlformats.org/officeDocument/2006/relationships" id="258" r:id="Ra753405629ba45c7"/>
    <p:sldId xmlns:r="http://schemas.openxmlformats.org/officeDocument/2006/relationships" id="259" r:id="R251654884f2b418a"/>
    <p:sldId xmlns:r="http://schemas.openxmlformats.org/officeDocument/2006/relationships" id="260" r:id="Rfcf87832304f4a6e"/>
    <p:sldId xmlns:r="http://schemas.openxmlformats.org/officeDocument/2006/relationships" id="261" r:id="Rc85d1541f289446d"/>
    <p:sldId xmlns:r="http://schemas.openxmlformats.org/officeDocument/2006/relationships" id="262" r:id="R7782f6d40a9a43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4588cad3c94a80" /><Relationship Type="http://schemas.openxmlformats.org/officeDocument/2006/relationships/slideMaster" Target="/ppt/slideMasters/slideMaster1.xml" Id="R96db306a0eb0438d" /><Relationship Type="http://schemas.openxmlformats.org/officeDocument/2006/relationships/notesMaster" Target="/ppt/notesMasters/notesMaster1.xml" Id="Rf031833d24b74a29" /><Relationship Type="http://schemas.openxmlformats.org/officeDocument/2006/relationships/presProps" Target="/ppt/presProps.xml" Id="R0d7d34a2b03644ff" /><Relationship Type="http://schemas.openxmlformats.org/officeDocument/2006/relationships/tableStyles" Target="/ppt/tableStyles.xml" Id="R1894054fd5494304" /><Relationship Type="http://schemas.openxmlformats.org/officeDocument/2006/relationships/slide" Target="/ppt/slides/slide1.xml" Id="R075453b128d64eae" /><Relationship Type="http://schemas.openxmlformats.org/officeDocument/2006/relationships/slide" Target="/ppt/slides/slide2.xml" Id="R532b79a844af4b0e" /><Relationship Type="http://schemas.openxmlformats.org/officeDocument/2006/relationships/slide" Target="/ppt/slides/slide3.xml" Id="Ra753405629ba45c7" /><Relationship Type="http://schemas.openxmlformats.org/officeDocument/2006/relationships/slide" Target="/ppt/slides/slide4.xml" Id="R251654884f2b418a" /><Relationship Type="http://schemas.openxmlformats.org/officeDocument/2006/relationships/slide" Target="/ppt/slides/slide5.xml" Id="Rfcf87832304f4a6e" /><Relationship Type="http://schemas.openxmlformats.org/officeDocument/2006/relationships/slide" Target="/ppt/slides/slide6.xml" Id="Rc85d1541f289446d" /><Relationship Type="http://schemas.openxmlformats.org/officeDocument/2006/relationships/slide" Target="/ppt/slides/slide7.xml" Id="R7782f6d40a9a43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21b94a8d3a4f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eb42bded884df2" /><Relationship Type="http://schemas.openxmlformats.org/officeDocument/2006/relationships/notesMaster" Target="/ppt/notesMasters/notesMaster1.xml" Id="R0b91b7f277874d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ada908b4db40d9" /><Relationship Type="http://schemas.openxmlformats.org/officeDocument/2006/relationships/notesMaster" Target="/ppt/notesMasters/notesMaster1.xml" Id="R58f045a741764e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3e7bc8207142b0" /><Relationship Type="http://schemas.openxmlformats.org/officeDocument/2006/relationships/notesMaster" Target="/ppt/notesMasters/notesMaster1.xml" Id="R9342258f7ea646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2ae8df3e3a4d9e" /><Relationship Type="http://schemas.openxmlformats.org/officeDocument/2006/relationships/notesMaster" Target="/ppt/notesMasters/notesMaster1.xml" Id="Rb2bb14712b1445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c4c6ae189b41ef" /><Relationship Type="http://schemas.openxmlformats.org/officeDocument/2006/relationships/notesMaster" Target="/ppt/notesMasters/notesMaster1.xml" Id="R555d5cdc887d46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5ebf8262f74e32" /><Relationship Type="http://schemas.openxmlformats.org/officeDocument/2006/relationships/notesMaster" Target="/ppt/notesMasters/notesMaster1.xml" Id="R07f10df51e564a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7afd4ade3c4ba6" /><Relationship Type="http://schemas.openxmlformats.org/officeDocument/2006/relationships/notesMaster" Target="/ppt/notesMasters/notesMaster1.xml" Id="R9ca5883d0b8441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64fbb938d4f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e7e024e3704429" /><Relationship Type="http://schemas.openxmlformats.org/officeDocument/2006/relationships/slideLayout" Target="/ppt/slideLayouts/slideLayout1.xml" Id="R3a5f029029b64c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5f029029b64c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f0da9a2494d15" /><Relationship Type="http://schemas.openxmlformats.org/officeDocument/2006/relationships/notesSlide" Target="/ppt/notesSlides/notesSlide1.xml" Id="R2b86f9bf2a5140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f8e84a79547db" /><Relationship Type="http://schemas.openxmlformats.org/officeDocument/2006/relationships/notesSlide" Target="/ppt/notesSlides/notesSlide2.xml" Id="Rdc363e243b5e44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7a392594b41f6" /><Relationship Type="http://schemas.openxmlformats.org/officeDocument/2006/relationships/notesSlide" Target="/ppt/notesSlides/notesSlide3.xml" Id="R5d8c38be5ced4f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d1d9aa6714296" /><Relationship Type="http://schemas.openxmlformats.org/officeDocument/2006/relationships/notesSlide" Target="/ppt/notesSlides/notesSlide4.xml" Id="Rc16581e27a3b45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1897feed24afa" /><Relationship Type="http://schemas.openxmlformats.org/officeDocument/2006/relationships/notesSlide" Target="/ppt/notesSlides/notesSlide5.xml" Id="Rc15c1443b8ce45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22ddd713c439d" /><Relationship Type="http://schemas.openxmlformats.org/officeDocument/2006/relationships/notesSlide" Target="/ppt/notesSlides/notesSlide6.xml" Id="R18b510008a9f47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bb7bdec5a4666" /><Relationship Type="http://schemas.openxmlformats.org/officeDocument/2006/relationships/notesSlide" Target="/ppt/notesSlides/notesSlide7.xml" Id="R3987f93095bc48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53E48B-311B-4B0A-A47E-D597BA5F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ReOrch 的技术内核不是 AI 排产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3CAE6-32C4-47E3-892D-CF8DA796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</a:defRPr>
            </a:pPr>
            <a:r>
              <a:rPr sz="1650" b="0">
                <a:solidFill>
                  <a:srgbClr val="374151"/>
                </a:solidFill>
              </a:rPr>
              <a:t>它是从真实约束到异常恢复的 Constraint-to-Recovery Kernel。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3E04D-04C5-49C5-8EED-AD036B70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257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A077F-0596-4133-B8E2-925F7721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真实数据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DA8F1-F068-4C9A-84B0-240E8CCB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57500"/>
            <a:ext cx="1257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A294A-EF9F-4C21-8370-BACAE380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432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生产状态图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F4797-9FB2-4BB3-8A4F-0F2DD11F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257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60625-E55D-475A-B3FF-6B5A65F7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432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约束编译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D4A42-7430-4A32-980D-8F32EFF0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1257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7428B-8F57-4F66-B8A6-E15B8930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432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影响分析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E8B88-6A8C-4B36-8D44-B3E758D8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1257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B9602-53DE-435D-ACAE-4A075D9C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432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恢复算子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5C310-0681-47E7-8B41-61A9D047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1257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DE565-646E-45DA-9059-8432C6D9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432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证据门控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AEC96-CAB1-43E9-B4A8-33B5520C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57500"/>
            <a:ext cx="1257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B51AB-F352-405A-9D3E-4440B674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432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回放记忆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E5A5B-52DB-45E4-B374-AA7BD431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核心判断：先还原现场，再表达约束，再生成候选，最后用质量门、回放和人工确认决定能不能用。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F6256-B641-4008-87F3-A30497FB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2026-07-04 · 技术实现补充 · 01</a:t>
            </a:r>
          </a:p>
        </p:txBody>
      </p:sp>
    </p:spTree>
    <p:extLst>
      <p:ext uri="{BB962C8B-B14F-4D97-AF65-F5344CB8AC3E}">
        <p14:creationId xmlns:p14="http://schemas.microsoft.com/office/powerpoint/2010/main" val="1860747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71CCE8-96FA-4DB5-913B-82CD8A66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REORCH TECHNICAL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102CF-3D71-4804-A7BA-4B984299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7 层技术栈把异常恢复拆成可验证流程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5C291-DBC3-4CE2-B58B-4B60C6FD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每一层都有输入、输出、阻断条件和审计证据。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78558-CC6C-4CB8-ADAB-ED0C4773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800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530FC-2B42-48F1-A5C8-ED677325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Reality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F28A3-0787-474A-9F84-21C3495E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621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字段映射、数据质量、快照重建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560CC-3920-4A34-94C8-773857AB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19300"/>
            <a:ext cx="4800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C8D9F-7F67-4DD8-84A7-37F55F4E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Decision 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7C556-EBF7-4A6C-A11C-480F8A28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621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订单、工序、资源、依赖和异常图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3F3D6-4793-4554-A9AE-6D062130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800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0171A-CFD4-421D-8BAD-6A29408B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Constraint Compiler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FEB24-422F-473F-B106-E541E6D8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527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设备、日历、冻结、换型、经验规则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634F2-AD68-4229-8FF2-8905A075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4800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FB197-43D7-4F19-9BAB-AF5343BA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Impact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9F016-2377-4B18-AC58-4533F850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影响范围、下游风险、可修复子图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21945-F63B-4EAB-9927-3DEBED41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800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CA050-C342-4EA2-9F71-626DA362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Recovery Operators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40EA2-17EA-4E53-BD40-C523B184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433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等待、替代设备、插入、滚动窗口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9C448-8E35-48D3-B5EB-6FBAFDC4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00500"/>
            <a:ext cx="4800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73790-3562-4644-B5F3-58B91EB3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3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Evidence-Gated Solver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F4D600-5E49-4AEB-A506-57C9EBCA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433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CP-SAT、启发式、质量门和 source refs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59335-3ECA-483A-97CC-43333459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800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CC832-02EA-4F71-A3B6-95C254B4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Replay / Shadow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0518F-8119-4E2D-8F5C-27772CAF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339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历史复盘、只读并行、经验沉淀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7ED2C2-1C57-4C8B-9D5D-7907F8C1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2026-07-04 · 技术实现补充 · 02</a:t>
            </a:r>
          </a:p>
        </p:txBody>
      </p:sp>
    </p:spTree>
    <p:extLst>
      <p:ext uri="{BB962C8B-B14F-4D97-AF65-F5344CB8AC3E}">
        <p14:creationId xmlns:p14="http://schemas.microsoft.com/office/powerpoint/2010/main" val="359919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21EFAB-ACBE-496F-9190-9CE284DF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REORCH TECHNICAL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83093-7D0C-4FEB-B8D6-C30758C1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Decision Graph 先确定哪些能动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69FE3-6EC2-463D-8837-4F68A6B6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甘特图展示结果，Decision Graph 解释影响边界和可修复子图。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8364F-0271-46B2-BDB8-8E11235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05548-1353-4725-8C39-0CACFA6E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订单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9C87D-AE83-49C9-8998-DC941007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81250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AC552-0FE4-4E44-A770-A6ED9DB3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241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工单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B24FC-1CCE-4977-BBAF-BC039E7D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0250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5A309-7E0B-4BC1-90B4-DB86B89C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A62A8-4982-4DB7-A8EC-7EDB121B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14650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12C0A-5C5D-4048-8E7F-1E87AA09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575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8BB75-758C-43B8-B854-5CA40C97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0F5FF-DBCC-4C91-8D49-7B69F17D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31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设备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6919A-56AB-42DA-8BCB-1D075032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14D49-E9AD-46BC-A733-12C011BD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575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设备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BC123-D974-4D1D-8E03-241B3D5B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B090E-4AF1-45E8-82DC-2A83550A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431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异常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B7C13-D3C9-4604-A166-80C1EAA4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596E4-F027-4263-9A54-FB7A3382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575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冻结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25EB6-A4DE-45AB-BC15-1D4B4817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7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CA3AF"/>
                </a:solidFill>
              </a:defRPr>
            </a:pPr>
            <a:r>
              <a:rPr sz="18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29AB7-38D4-4C11-831F-0A0E5897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479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CA3AF"/>
                </a:solidFill>
              </a:defRPr>
            </a:pPr>
            <a:r>
              <a:rPr sz="18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76A97-4E6A-4FEB-827F-25C9F3F4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62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CA3AF"/>
                </a:solidFill>
              </a:defRPr>
            </a:pPr>
            <a:r>
              <a:rPr sz="18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CD925-6DF3-4655-98C6-E310B4F6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CA3AF"/>
                </a:solidFill>
              </a:defRPr>
            </a:pPr>
            <a:r>
              <a:rPr sz="18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42EF4-9AC7-486A-801C-2FC2B372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62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CA3AF"/>
                </a:solidFill>
              </a:defRPr>
            </a:pPr>
            <a:r>
              <a:rPr sz="18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B2581-A428-4C3E-A0D6-31087F68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CA3AF"/>
                </a:solidFill>
              </a:defRPr>
            </a:pPr>
            <a:r>
              <a:rPr sz="18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135E7-371A-4289-9A28-00D73CF2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62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CA3AF"/>
                </a:solidFill>
              </a:defRPr>
            </a:pPr>
            <a:r>
              <a:rPr sz="18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08AAC1-2B46-458B-A338-DA152141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当前实现已能从 ScheduleSnapshot 构建工单、工序、资源节点，沿 predecessor / successor 传播影响，并输出 repairable frontier 与替代资源。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4EE75B-CE47-456E-ADF0-A438D5E0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2026-07-04 · 技术实现补充 · 03</a:t>
            </a:r>
          </a:p>
        </p:txBody>
      </p:sp>
    </p:spTree>
    <p:extLst>
      <p:ext uri="{BB962C8B-B14F-4D97-AF65-F5344CB8AC3E}">
        <p14:creationId xmlns:p14="http://schemas.microsoft.com/office/powerpoint/2010/main" val="837805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ADB01F-FE9C-4C4B-900F-2E3E74BA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REORCH TECHNICAL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757BE-E1F5-44DB-A6F9-72CE03E9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恢复算子库让系统不盲目全局重排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6DDCB-1618-471C-B354-3D9C544C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不同异常调用不同 operator，再交给启发式、CP-SAT、LNS 或 what-if 做候选。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B5DD9-90FC-4A86-B012-D0FD9B22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异常类型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44083-4976-471E-84F8-B189C04E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38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恢复算子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43BAE-0337-49C7-974F-5B562712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38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关键指标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288AC-5A58-43EA-B585-501AFDFD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09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8C8C3-3A22-4594-A75F-131023EC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62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设备故障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E7349-EE97-4D54-AFBB-C15F6E52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33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wait / alternative machine / local insertion / rolling 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79B62-F7D5-49E8-8BA1-A654FC32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33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交期、扰动、换线、资源切换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CAEAC-6C9B-4EA9-B7DD-19EB9AFE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09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D8CBB-655B-4675-921D-5CE96FD1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缺料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8A13B-CCBE-4CFA-A75F-0531B1A6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5280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substitute lot / ETA shift / pull-forward unblocked 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531DE-87BD-498E-8130-6A746A78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52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齐套、库存、下游阻断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EF835-02EC-42E7-8A6E-A6460F81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09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3B0EA-B54B-4FB5-966F-A09209EA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0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插单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D16BA-0E98-425C-819D-D1288EC8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719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direct insertion / priority swap / overtime what-if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8E36D-9B1B-4ED9-9B29-4A4ED18D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71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新单承诺、挤出订单、加班成本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59B57-8958-4794-BA37-94341477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09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1B68E8-D413-4FB2-8DBA-3E771510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96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质量 Hold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170EE-785B-4259-9585-D8DF3166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9110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insert rework routing / delay hold-dependent ops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09682-7038-4A55-8E3C-B8D47305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911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质量门、返工资源、客户风险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2CBDDF-4D96-40B4-956A-0CE14655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2026-07-04 · 技术实现补充 · 04</a:t>
            </a:r>
          </a:p>
        </p:txBody>
      </p:sp>
    </p:spTree>
    <p:extLst>
      <p:ext uri="{BB962C8B-B14F-4D97-AF65-F5344CB8AC3E}">
        <p14:creationId xmlns:p14="http://schemas.microsoft.com/office/powerpoint/2010/main" val="20626326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E40AE2-B1A0-48EC-97B0-D66304E6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REORCH TECHNICAL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28EA4-3F25-44B6-8D84-CA4A5E9A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Evidence Gates 决定方案能不能进入业务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B3C0F-7DF4-4C3F-AF26-069A6C32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求解器给出候选，不等于系统可以推荐、解释、shadow 或写回。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64B9B-73DE-4DF4-B89F-8F1598AE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390650" cy="14859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8D070-1ACB-4DDF-9141-F68C10C9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DataGate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F409F-8F26-47D9-A1A9-66328DDD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112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blocker &gt; 0 禁止求解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75093-B387-4CB0-B4E2-B6AC0472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390650" cy="14859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B4652-10F1-406C-929F-76325B92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Constraint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643C0-C459-4BAC-9851-6E39D66F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05150"/>
            <a:ext cx="112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硬约束失败禁止推荐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A29DD-9316-403B-AAFB-B556AE3C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1390650" cy="14859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520C2-1F5A-4486-BFA7-FA0FCBB2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EvidenceGate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8B7AF-DF4E-40CB-89C1-337545CE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112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缺 source refs 只能参考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BE385-6B95-49D3-BEFF-331D3B0A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76500"/>
            <a:ext cx="1390650" cy="14859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77DB4-B5E1-46FB-AD24-9223E845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ReplayGate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39B80-4044-40E8-81DA-C3C0E8BB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112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Top-N 不命中不进 shadow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5AD7B-CC48-4F70-9A05-FC0AEDA7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1390650" cy="14859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D8EAA-BFE9-4465-96E2-CA37F0BB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860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PolicyGate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51595-904E-4FBC-A7C5-21C6E2E7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112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低置信只给风险提示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CEF60-E81C-4C63-B6B8-69AA3CF8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1390650" cy="14859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FA2DD-46AE-4AE0-AA6B-4915BDC5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Writeback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464093-17CA-410E-8D0B-C14CC504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05150"/>
            <a:ext cx="112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未人工确认禁止写回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35140-C6A8-4207-BD70-084DFFBF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当前已实现统一 EvidenceGateService：把候选方案分成禁止推荐、仅供参考、可正式解释、可 shadow、可人工确认后写回。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B368DC-4AD6-4660-BCA5-B73E5465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2026-07-04 · 技术实现补充 · 05</a:t>
            </a:r>
          </a:p>
        </p:txBody>
      </p:sp>
    </p:spTree>
    <p:extLst>
      <p:ext uri="{BB962C8B-B14F-4D97-AF65-F5344CB8AC3E}">
        <p14:creationId xmlns:p14="http://schemas.microsoft.com/office/powerpoint/2010/main" val="1352543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4C74E6-A930-4639-BD39-E1449E94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REORCH TECHNICAL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40773-8966-439A-AF11-B57D3194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差异不在模型，而在异常恢复闭环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D3A29-B11D-40CE-A90F-AA98493F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ReOrch 把 APS、启发式、LLM 各自强项放进受控系统，而不是让其中一个单独接管。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95390-9A9E-43F2-BCBD-F65C4A6B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DE295-056E-45E1-B9D0-A73D929B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传统 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79417-56A7-462F-8C63-523F7E58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86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完整计划排程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78D79-D7D3-46B5-BAB2-339644D8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ReOrch 从异常恢复、replay 和 shadow 切入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023BD-A6FD-44EF-8BA4-A6C6B438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48E7E-E97C-4BBD-93AC-B8D00423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纯启发式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A5AE3-3D2F-46DF-A7C8-55C9F05B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62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速度快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56F57-6662-4117-A53E-B1F618CC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24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ReOrch 有 operator portfolio 和 constraint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8824B-74B0-4FE4-9745-DEEDB73D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5C879-DD20-41B1-A42C-8081E528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纯 LLM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3A722-62CB-430C-BC72-CD5FB597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3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语义理解强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B70E2-728E-4093-8F8D-03FF6F67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ReOrch 不让 LLM 负责硬约束和最终排程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13097-4A54-4E15-B874-C13165CE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632E6-7E1D-470C-9443-44A8A282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BI / RPA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C20AF-F366-443B-B4D8-7F58DAFC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14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可视化和固定流程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BEF54-4522-4FB8-A630-3840FE5E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ReOrch 生成可行候选并沉淀经验资产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9904C-B34F-4D46-BEA4-B31BCB52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2026-07-04 · 技术实现补充 · 06</a:t>
            </a:r>
          </a:p>
        </p:txBody>
      </p:sp>
    </p:spTree>
    <p:extLst>
      <p:ext uri="{BB962C8B-B14F-4D97-AF65-F5344CB8AC3E}">
        <p14:creationId xmlns:p14="http://schemas.microsoft.com/office/powerpoint/2010/main" val="1012299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076264-6FB3-41EE-8349-CA4533B5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REORCH TECHNICAL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14590-6E9C-489A-8AA0-5E63A664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当前已落地的是可信性地基，不是完整 APS 替代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62EF5-BF02-4E66-BC1D-1768E21A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这让路演从概念进入系统工程，但仍保留生产上线前的边界。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5807A-9971-479A-90BD-E3B67DFF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33E1A-B588-417A-B41C-2A8F1D1F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955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Decision Graph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8CF44-280B-4F6B-893A-FA5A0B9F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098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955D5-EBE9-46B2-81AC-F70C1FFA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955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Recovery Operator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A15C0-333D-4128-84C0-C0B05E45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098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52A91-FCF9-4A1D-9027-621CA183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955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Evidence Gates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3E5E7-3266-4B77-B579-A2DB01A6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9C204-06D8-471F-AB22-D50B48D8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5277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P0 Reality Harness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D9DBD-0D95-4005-8A96-6BE52C23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670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E96C3-2331-46D1-B090-A95902AF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5277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Constraint Calibration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A6ABC-D090-4ADD-84D6-672E18BF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D329D-85AF-44C8-8799-ABCDBBF1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5277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Replay / Shadow / Agent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7F933-FF96-4C31-9036-C0DC35C4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下一步补证据：真实客户 10-30 条历史异常 replay、2-4 周 shadow、sandbox dry-run writeback、物料/质量/人员/工装/外协约束。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FEB4C-686E-4F6D-8D8B-A4F9681C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2026-07-04 · 技术实现补充 · 07</a:t>
            </a:r>
          </a:p>
        </p:txBody>
      </p:sp>
    </p:spTree>
    <p:extLst>
      <p:ext uri="{BB962C8B-B14F-4D97-AF65-F5344CB8AC3E}">
        <p14:creationId xmlns:p14="http://schemas.microsoft.com/office/powerpoint/2010/main" val="2264460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2026-07-04T08:24:46.9210000Z</dcterms:created>
  <dcterms:modified xsi:type="dcterms:W3CDTF">2026-07-04T08:24:46.9210000Z</dcterms:modified>
</coreProperties>
</file>